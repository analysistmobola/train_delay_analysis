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3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8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2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0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9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2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1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6457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29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6549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04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0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7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834B9-0A7A-469B-A35C-2D49F79B3DD1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49EF94D-6A60-4DB8-B454-C1E3AC829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1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D215-1B20-2CD9-C693-E40F47FCA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Train keeps people moving, but delays cause problem which have a significant impact on operational efficiency, customer satisfaction, and financial performance.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project analyzes train delay data to identify patterns, costs, and areas for improvement to satisfy customers using Power BI.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To provide insight for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246756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D491F-BFB9-93F9-1464-7BC0A94A0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0" y="0"/>
            <a:ext cx="12178259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are often delayed.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don’t know exactly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wasted.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don’t know exactly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money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those delays cost.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is messy, so managers can’t easily see the big picture.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clear data, it’s hard to focus resources.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need to know: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time is lost?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trains or reasons cause the most delays?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money is lost?</a:t>
            </a:r>
          </a:p>
          <a:p>
            <a:pPr lvl="1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Operator_code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that delay most.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4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0E95-0576-1C34-08D8-9AEC3F0AC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KPI 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1: Total Delay Minutes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measure operational efficiency and time lost.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2: Total Delay Cost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financial impact of delays and cost per incident.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Definitions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Delay Minutes = Sum of all minutes trains were delayed.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Delay per Incident = Delay minutes ÷ number of incidents.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Delay Cost = Monetary value of delays (sum of cost per incident).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Cost per Incident = Total Delay Cost ÷ number of incidents.</a:t>
            </a:r>
          </a:p>
        </p:txBody>
      </p:sp>
    </p:spTree>
    <p:extLst>
      <p:ext uri="{BB962C8B-B14F-4D97-AF65-F5344CB8AC3E}">
        <p14:creationId xmlns:p14="http://schemas.microsoft.com/office/powerpoint/2010/main" val="272309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49FF296-4711-6A60-D180-5354DC494FF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0" t="24146" r="31421" b="8803"/>
          <a:stretch>
            <a:fillRect/>
          </a:stretch>
        </p:blipFill>
        <p:spPr>
          <a:xfrm>
            <a:off x="5136527" y="179882"/>
            <a:ext cx="6750673" cy="4961744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DB781D3-BD1D-B20B-D9F6-F53F4CF58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63" y="0"/>
            <a:ext cx="5106364" cy="6858000"/>
          </a:xfrm>
        </p:spPr>
        <p:txBody>
          <a:bodyPr>
            <a:normAutofit lnSpcReduction="10000"/>
          </a:bodyPr>
          <a:lstStyle/>
          <a:p>
            <a:pPr lvl="1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minutes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cards (avg delay per incident, total minutes).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(delay minutes by traction type).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(delay minutes by day type).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(delay trend by day).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 (day type by transaction type).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(incident reason vs delay minutes).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(short bullets)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 have highest delays.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Sunday have the lowest delays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 trains contribute the most.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trains contribute the lowest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incident codes dominate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399B42-BD93-3B7E-662C-C53888FB520B}"/>
              </a:ext>
            </a:extLst>
          </p:cNvPr>
          <p:cNvSpPr txBox="1"/>
          <p:nvPr/>
        </p:nvSpPr>
        <p:spPr>
          <a:xfrm>
            <a:off x="8511863" y="5321508"/>
            <a:ext cx="33278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Avg Dealy per incident = 6 mins</a:t>
            </a:r>
          </a:p>
          <a:p>
            <a:r>
              <a:rPr lang="en-US" dirty="0"/>
              <a:t>Total Delay minute =24,000</a:t>
            </a:r>
          </a:p>
          <a:p>
            <a:r>
              <a:rPr lang="en-US" dirty="0"/>
              <a:t>EMU trains = 60%+ of delays</a:t>
            </a:r>
          </a:p>
          <a:p>
            <a:r>
              <a:rPr lang="en-US" dirty="0"/>
              <a:t>Weekdays = highest delays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14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2180386-5569-EB1F-EB50-26662AE4B1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" t="22945" r="28307" b="8466"/>
          <a:stretch>
            <a:fillRect/>
          </a:stretch>
        </p:blipFill>
        <p:spPr>
          <a:xfrm>
            <a:off x="5512971" y="0"/>
            <a:ext cx="6727885" cy="5711251"/>
          </a:xfr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70387524-B320-144B-7B44-B8669C6B7EF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0" y="-89627"/>
            <a:ext cx="5366479" cy="700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Cost</a:t>
            </a:r>
          </a:p>
          <a:p>
            <a:pPr 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(total cost, avg cost per incident).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(delay cost by traction type).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(cost by day type).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(cost trend over time).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(incident reason vs total cost).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(service code vs total cost).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are concentrated in fewer incidents.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 dominate cost distribution.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operators code/service codes drive high costs (21700001/541528MW).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8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0E55-6E62-D1F2-749F-3D5BB3D3E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62" y="-194872"/>
            <a:ext cx="10515600" cy="97436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F80B2-1A43-BE03-2980-13AA1F884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57" y="614597"/>
            <a:ext cx="10679243" cy="6243403"/>
          </a:xfrm>
        </p:spPr>
        <p:txBody>
          <a:bodyPr>
            <a:normAutofit fontScale="32500" lnSpcReduction="20000"/>
          </a:bodyPr>
          <a:lstStyle/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EMU Trains for Maintenance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EMUs cause most delays, schedule preventive maintenance and audits.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filtered top 10 Incident Reasons on the dashboard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root-cause analysis (like 10 Whys) to reduce the few reasons that cause most of the cost.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Reallocate Resources to Weekdays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staff and backup trains during weekdays when delays are highest.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Analytics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forecasting models to spot delay patterns early.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Systems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for operators when issues occur, it gives quicker response.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Crew Efficiency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targeted training for staff linked to the most frequent delay reasons.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Across Departments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dashboards with both operations and finance teams to align technical fixes with budget impact.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and Monitor Regularly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monthly delay KPIs to track progress.</a:t>
            </a: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targets (e.g., reduce average delay per incident by 15% in the next quarter).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Passenger-Focused Initiatives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delays transparently via apps/boards.</a:t>
            </a:r>
          </a:p>
          <a:p>
            <a:pPr lvl="1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negative customer impact while internal fixes are ongoing.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&amp; Strategy Review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Reassess scheduling and contingency plans for high-risk trains/routes.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96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736E-8AED-3673-D670-1ECF570D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3BD25F-8ED2-65B8-AA43-DA8E57228F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70797"/>
            <a:ext cx="5257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Records (class dataset)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BI, and Excel.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Power BI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 industry reports</a:t>
            </a:r>
          </a:p>
        </p:txBody>
      </p:sp>
    </p:spTree>
    <p:extLst>
      <p:ext uri="{BB962C8B-B14F-4D97-AF65-F5344CB8AC3E}">
        <p14:creationId xmlns:p14="http://schemas.microsoft.com/office/powerpoint/2010/main" val="38424927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3259</TotalTime>
  <Words>660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Mobola oyebisi</dc:creator>
  <cp:lastModifiedBy>Mobola oyebisi</cp:lastModifiedBy>
  <cp:revision>4</cp:revision>
  <dcterms:created xsi:type="dcterms:W3CDTF">2025-09-11T14:57:43Z</dcterms:created>
  <dcterms:modified xsi:type="dcterms:W3CDTF">2025-09-26T23:54:28Z</dcterms:modified>
</cp:coreProperties>
</file>